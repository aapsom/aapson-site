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6FF00"/>
                </a:solidFill>
              </a:defRPr>
            </a:pPr>
            <a:r>
              <a:t>SESSÃO 1 — DIAGNÓSTICO</a:t>
            </a:r>
          </a:p>
          <a:p>
            <a:pPr>
              <a:defRPr sz="1800" i="1">
                <a:solidFill>
                  <a:srgbClr val="FF2E63"/>
                </a:solidFill>
              </a:defRPr>
            </a:pPr>
            <a:r>
              <a:t>Nível 0→1: do entusiasta ao usuário consciente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Mapear onde o consultor JÁ usa IA (chat solto) e onde TRAVA.</a:t>
            </a:r>
          </a:p>
          <a:p>
            <a:pPr>
              <a:spcAft>
                <a:spcPts val="800"/>
              </a:spcAft>
              <a:defRPr sz="1700">
                <a:solidFill>
                  <a:srgbClr val="BBBBBB"/>
                </a:solidFill>
              </a:defRPr>
            </a:pPr>
            <a:r>
              <a:t>•  Identificar 3 tarefas repetitivas de consultoria (FS-CD, relatórios, análise de dados).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Definir o que NÃO deve delegar à IA (dado de cliente sem anonimizar).</a:t>
            </a:r>
          </a:p>
          <a:p>
            <a:pPr>
              <a:spcAft>
                <a:spcPts val="800"/>
              </a:spcAft>
              <a:defRPr sz="1700">
                <a:solidFill>
                  <a:srgbClr val="BBBBBB"/>
                </a:solidFill>
              </a:defRPr>
            </a:pPr>
            <a:r>
              <a:t>•  Entregável: diagnóstico de maturidade + lista de 3 casos de uso reais.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Compliance: nenhum dado de cliente sai sem anonimização (skill caso-anonimizado).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6FF00"/>
                </a:solidFill>
              </a:defRPr>
            </a:pPr>
            <a:r>
              <a:t>SESSÃO 2 — FERRAMENTAS</a:t>
            </a:r>
          </a:p>
          <a:p>
            <a:pPr>
              <a:defRPr sz="1800" i="1">
                <a:solidFill>
                  <a:srgbClr val="FF2E63"/>
                </a:solidFill>
              </a:defRPr>
            </a:pPr>
            <a:r>
              <a:t>Nível 1→2: Projetos + mensagem de sistema + arquivos reais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Criar o 1º Projeto (contexto persistente: sua base de conhecimento).</a:t>
            </a:r>
          </a:p>
          <a:p>
            <a:pPr>
              <a:spcAft>
                <a:spcPts val="800"/>
              </a:spcAft>
              <a:defRPr sz="1700">
                <a:solidFill>
                  <a:srgbClr val="BBBBBB"/>
                </a:solidFill>
              </a:defRPr>
            </a:pPr>
            <a:r>
              <a:t>•  Escrever mensagem de sistema (persona de consultor SAP + regras de compliance).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Gerar saída como ARQUIVO EDITÁVEL (xlsx/pptx/docx), nunca texto solto.</a:t>
            </a:r>
          </a:p>
          <a:p>
            <a:pPr>
              <a:spcAft>
                <a:spcPts val="800"/>
              </a:spcAft>
              <a:defRPr sz="1700">
                <a:solidFill>
                  <a:srgbClr val="BBBBBB"/>
                </a:solidFill>
              </a:defRPr>
            </a:pPr>
            <a:r>
              <a:t>•  Praticar anonimização de um caso real (gate obrigatório).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Entregável: 1 Projeto + 1 mensagem de sistema + 1 arquivo gerado anonimizado.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6FF00"/>
                </a:solidFill>
              </a:defRPr>
            </a:pPr>
            <a:r>
              <a:t>SESSÃO 3 — PRÁTICA GUIADA</a:t>
            </a:r>
          </a:p>
          <a:p>
            <a:pPr>
              <a:defRPr sz="1800" i="1">
                <a:solidFill>
                  <a:srgbClr val="FF2E63"/>
                </a:solidFill>
              </a:defRPr>
            </a:pPr>
            <a:r>
              <a:t>Nível 2→3: automação local (Co-work / Desktop)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Empacotar fluxo em Skill reutilizável (não refazer prompt toda vez).</a:t>
            </a:r>
          </a:p>
          <a:p>
            <a:pPr>
              <a:spcAft>
                <a:spcPts val="800"/>
              </a:spcAft>
              <a:defRPr sz="1700">
                <a:solidFill>
                  <a:srgbClr val="BBBBBB"/>
                </a:solidFill>
              </a:defRPr>
            </a:pPr>
            <a:r>
              <a:t>•  Usar CLI-first &gt; MCP (economia de 60-70% de tokens — RTK/Graphify).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Montar 1 agente que lê pastas locais e produz relatório editável.</a:t>
            </a:r>
          </a:p>
          <a:p>
            <a:pPr>
              <a:spcAft>
                <a:spcPts val="800"/>
              </a:spcAft>
              <a:defRPr sz="1700">
                <a:solidFill>
                  <a:srgbClr val="BBBBBB"/>
                </a:solidFill>
              </a:defRPr>
            </a:pPr>
            <a:r>
              <a:t>•  Entregável: 1 Skill funcional + relatório automatizado de exemplo.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6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6FF00"/>
                </a:solidFill>
              </a:defRPr>
            </a:pPr>
            <a:r>
              <a:t>SESSÃO 4 — AUTONOMIA</a:t>
            </a:r>
          </a:p>
          <a:p>
            <a:pPr>
              <a:defRPr sz="1800" i="1">
                <a:solidFill>
                  <a:srgbClr val="FF2E63"/>
                </a:solidFill>
              </a:defRPr>
            </a:pPr>
            <a:r>
              <a:t>Nível 4: CLAUDE.md que se auto-corrige + /slash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Criar CLAUDE.md mestre (&lt;200 linhas) com regras fixas do mentorado.</a:t>
            </a:r>
          </a:p>
          <a:p>
            <a:pPr>
              <a:spcAft>
                <a:spcPts val="800"/>
              </a:spcAft>
              <a:defRPr sz="1700">
                <a:solidFill>
                  <a:srgbClr val="BBBBBB"/>
                </a:solidFill>
              </a:defRPr>
            </a:pPr>
            <a:r>
              <a:t>•  Regra de ouro: toda correção vai pro CLAUDE.md, não fica na conversa.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Criar 2 Skills (ex: /auditoria-fscd, /roteiro-bytebolso).</a:t>
            </a:r>
          </a:p>
          <a:p>
            <a:pPr>
              <a:spcAft>
                <a:spcPts val="800"/>
              </a:spcAft>
              <a:defRPr sz="1700">
                <a:solidFill>
                  <a:srgbClr val="BBBBBB"/>
                </a:solidFill>
              </a:defRPr>
            </a:pPr>
            <a:r>
              <a:t>•  Sair com: 1 CLAUDE.md + 2 Skills + 1 Projeto prontos p/ uso diário.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Meta: consultor opera IA com autonomia e compliance embutidos.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